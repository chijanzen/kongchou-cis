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tif_white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229600" y="3840480"/>
            <a:ext cx="4206240" cy="2926080"/>
          </a:xfrm>
          <a:prstGeom prst="rect">
            <a:avLst/>
          </a:prstGeom>
        </p:spPr>
      </p:pic>
      <p:pic>
        <p:nvPicPr>
          <p:cNvPr id="3" name="Image 1" descr="logo_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384048" cy="38404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7280" y="530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港洲營建事業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1097280" y="7726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40" kern="0" dirty="0">
                <a:solidFill>
                  <a:srgbClr val="C3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CHOU CONSTRUCTION ENTERPRISE</a:t>
            </a:r>
            <a:endParaRPr lang="en-US" sz="550" dirty="0"/>
          </a:p>
        </p:txBody>
      </p:sp>
      <p:sp>
        <p:nvSpPr>
          <p:cNvPr id="6" name="Text 2"/>
          <p:cNvSpPr/>
          <p:nvPr/>
        </p:nvSpPr>
        <p:spPr>
          <a:xfrm>
            <a:off x="640080" y="23774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簡報主標題佔位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58368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0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副標題佔位 ｜ 部門 · 提報人 · 2026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58368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6B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地平線上的新藝術　</a:t>
            </a:r>
            <a:pPr indent="0" marL="0">
              <a:buNone/>
            </a:pPr>
            <a:r>
              <a:rPr lang="en-US" sz="1300" i="1" dirty="0">
                <a:solidFill>
                  <a:srgbClr val="BFE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art on horizon.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58368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C7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 Profession　·　誠信 Integrity　·　創新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9720" y="393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C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港洲營建事業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89720" y="6355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40" kern="0" dirty="0">
                <a:solidFill>
                  <a:srgbClr val="7C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CHOU CONSTRUCTION ENTERPRISE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76656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E9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194560"/>
            <a:ext cx="731520" cy="731520"/>
          </a:xfrm>
          <a:prstGeom prst="ellipse">
            <a:avLst/>
          </a:prstGeom>
          <a:solidFill>
            <a:srgbClr val="1B4E96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83080" y="2212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章節標題一佔位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8308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說明文字佔位，簡述本章節重點內容。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92240" y="2194560"/>
            <a:ext cx="731520" cy="731520"/>
          </a:xfrm>
          <a:prstGeom prst="ellipse">
            <a:avLst/>
          </a:prstGeom>
          <a:solidFill>
            <a:srgbClr val="2E9130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52360" y="22128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章節標題二佔位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452360" y="25786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說明文字佔位，簡述本章節重點內容。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3749040"/>
            <a:ext cx="731520" cy="731520"/>
          </a:xfrm>
          <a:prstGeom prst="ellipse">
            <a:avLst/>
          </a:prstGeom>
          <a:solidFill>
            <a:srgbClr val="1B4E96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78308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章節標題三佔位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783080" y="4133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說明文字佔位，簡述本章節重點內容。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492240" y="3749040"/>
            <a:ext cx="731520" cy="731520"/>
          </a:xfrm>
          <a:prstGeom prst="ellipse">
            <a:avLst/>
          </a:prstGeom>
          <a:solidFill>
            <a:srgbClr val="2E9130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5236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章節標題四佔位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452360" y="4133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說明文字佔位，簡述本章節重點內容。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E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tif_white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8778240" y="4023360"/>
            <a:ext cx="3657600" cy="2560320"/>
          </a:xfrm>
          <a:prstGeom prst="rect">
            <a:avLst/>
          </a:prstGeom>
        </p:spPr>
      </p:pic>
      <p:pic>
        <p:nvPicPr>
          <p:cNvPr id="3" name="Image 1" descr="logo_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3504" y="2011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CB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1"/>
          <p:cNvSpPr/>
          <p:nvPr/>
        </p:nvSpPr>
        <p:spPr>
          <a:xfrm>
            <a:off x="658368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章節標題佔位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76656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subtitle placeholder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9720" y="393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C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港洲營建事業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89720" y="6355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40" kern="0" dirty="0">
                <a:solidFill>
                  <a:srgbClr val="7C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CHOU CONSTRUCTION ENTERPRISE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內容標題佔位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58368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9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title placeholder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重點條列一：說明文字佔位，維持一到兩句。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重點條列二：說明文字佔位，維持一到兩句。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重點條列三：說明文字佔位，維持一到兩句。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重點條列四：說明文字佔位，維持一到兩句。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83680" y="1920240"/>
            <a:ext cx="4937760" cy="3931920"/>
          </a:xfrm>
          <a:prstGeom prst="roundRect">
            <a:avLst>
              <a:gd name="adj" fmla="val 2791"/>
            </a:avLst>
          </a:prstGeom>
          <a:solidFill>
            <a:srgbClr val="E9F1FB"/>
          </a:solidFill>
          <a:ln w="12700">
            <a:solidFill>
              <a:srgbClr val="2E74C4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658368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E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 / 圖表佔位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9720" y="393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C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港洲營建事業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89720" y="6355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40" kern="0" dirty="0">
                <a:solidFill>
                  <a:srgbClr val="7C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CHOU CONSTRUCTION ENTERPRISE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三欄重點佔位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58368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9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highlights placeholder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3291840" cy="3657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4E96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377440"/>
            <a:ext cx="822960" cy="822960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9" name="Image 1" descr="logo_mark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254203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項目標題1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60120" y="384048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項目說明佔位文字，簡述此項服務或特色的內容重點，維持精煉。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15968" y="2011680"/>
            <a:ext cx="3291840" cy="3657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4E96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36008" y="2377440"/>
            <a:ext cx="822960" cy="822960"/>
          </a:xfrm>
          <a:prstGeom prst="ellipse">
            <a:avLst/>
          </a:prstGeom>
          <a:solidFill>
            <a:srgbClr val="EAF6E9"/>
          </a:solidFill>
          <a:ln/>
        </p:spPr>
      </p:sp>
      <p:pic>
        <p:nvPicPr>
          <p:cNvPr id="14" name="Image 2" descr="logo_mark_col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54203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36008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項目標題2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636008" y="384048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項目說明佔位文字，簡述此項服務或特色的內容重點，維持精煉。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991856" y="2011680"/>
            <a:ext cx="3291840" cy="3657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27000" dist="38100" dir="5400000">
              <a:srgbClr val="1B4E96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11896" y="2377440"/>
            <a:ext cx="822960" cy="822960"/>
          </a:xfrm>
          <a:prstGeom prst="ellipse">
            <a:avLst/>
          </a:prstGeom>
          <a:solidFill>
            <a:srgbClr val="E9F1FB"/>
          </a:solidFill>
          <a:ln/>
        </p:spPr>
      </p:sp>
      <p:pic>
        <p:nvPicPr>
          <p:cNvPr id="19" name="Image 3" descr="logo_mark_col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54203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11896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項目標題3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311896" y="384048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項目說明佔位文字，簡述此項服務或特色的內容重點，維持精煉。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9720" y="393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C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港洲營建事業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89720" y="6355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40" kern="0" dirty="0">
                <a:solidFill>
                  <a:srgbClr val="7C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CHOU CONSTRUCTION ENTERPRISE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數據亮點佔位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58368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9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placeholder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B4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pPr algn="ctr" indent="0" marL="0">
              <a:buNone/>
            </a:pPr>
            <a:r>
              <a:rPr lang="en-US" sz="2800" b="1" dirty="0">
                <a:solidFill>
                  <a:srgbClr val="1B4E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指標說明一佔位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2628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9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pPr algn="ctr" indent="0" marL="0">
              <a:buNone/>
            </a:pPr>
            <a:r>
              <a:rPr lang="en-US" sz="2800" b="1" dirty="0">
                <a:solidFill>
                  <a:srgbClr val="2E91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52628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指標說明二佔位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7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pPr algn="ctr" indent="0" marL="0">
              <a:buNone/>
            </a:pPr>
            <a:r>
              <a:rPr lang="en-US" sz="2800" b="1" dirty="0">
                <a:solidFill>
                  <a:srgbClr val="2E74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822960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88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指標說明三佔位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mark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89720" y="393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3C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港洲營建事業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189720" y="6355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40" kern="0" dirty="0">
                <a:solidFill>
                  <a:srgbClr val="7C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CHOU CONSTRUCTION ENTERPRISE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左右對照佔位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58368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E9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placeholder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5148072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11680"/>
            <a:ext cx="5148072" cy="640080"/>
          </a:xfrm>
          <a:prstGeom prst="roundRect">
            <a:avLst>
              <a:gd name="adj" fmla="val 14286"/>
            </a:avLst>
          </a:prstGeom>
          <a:solidFill>
            <a:srgbClr val="1B4E9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 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28803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條列說明佔位一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條列說明佔位二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條列說明佔位三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36792" y="2011680"/>
            <a:ext cx="5148072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36792" y="2011680"/>
            <a:ext cx="5148072" cy="640080"/>
          </a:xfrm>
          <a:prstGeom prst="roundRect">
            <a:avLst>
              <a:gd name="adj" fmla="val 14286"/>
            </a:avLst>
          </a:prstGeom>
          <a:solidFill>
            <a:srgbClr val="2E9130"/>
          </a:solidFill>
          <a:ln/>
        </p:spPr>
      </p:sp>
      <p:sp>
        <p:nvSpPr>
          <p:cNvPr id="13" name="Text 10"/>
          <p:cNvSpPr/>
          <p:nvPr/>
        </p:nvSpPr>
        <p:spPr>
          <a:xfrm>
            <a:off x="6611112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 B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56832" y="28803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條列說明佔位一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條列說明佔位二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424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條列說明佔位三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C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tif_white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8229600" y="3840480"/>
            <a:ext cx="4206240" cy="2926080"/>
          </a:xfrm>
          <a:prstGeom prst="rect">
            <a:avLst/>
          </a:prstGeom>
        </p:spPr>
      </p:pic>
      <p:pic>
        <p:nvPicPr>
          <p:cNvPr id="3" name="Image 1" descr="logo_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676656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4CB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58368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7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總公司　</a:t>
            </a:r>
            <a:pPr indent="0" marL="0">
              <a:buNone/>
            </a:pPr>
            <a:r>
              <a:rPr lang="en-US" sz="1300" dirty="0">
                <a:solidFill>
                  <a:srgbClr val="E4EE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台中市西屯區工業區一路 68 號 12 樓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58368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　</a:t>
            </a:r>
            <a:pPr indent="0" marL="0">
              <a:buNone/>
            </a:pPr>
            <a:r>
              <a:rPr lang="en-US" sz="1300" dirty="0">
                <a:solidFill>
                  <a:srgbClr val="E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04-23584372　　</a:t>
            </a:r>
            <a:pPr indent="0" marL="0">
              <a:buNone/>
            </a:pPr>
            <a:r>
              <a:rPr lang="en-US" sz="130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　</a:t>
            </a:r>
            <a:pPr indent="0" marL="0">
              <a:buNone/>
            </a:pPr>
            <a:r>
              <a:rPr lang="en-US" sz="1300" dirty="0">
                <a:solidFill>
                  <a:srgbClr val="E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04-23587331　　</a:t>
            </a:r>
            <a:pPr indent="0" marL="0">
              <a:buNone/>
            </a:pPr>
            <a:r>
              <a:rPr lang="en-US" sz="130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　</a:t>
            </a:r>
            <a:pPr indent="0" marL="0">
              <a:buNone/>
            </a:pPr>
            <a:r>
              <a:rPr lang="en-US" sz="1300" dirty="0">
                <a:solidFill>
                  <a:srgbClr val="E4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www.kcce.com.tw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58368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FC7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 Profession　·　誠信 Integrity　·　創新 Innovation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2026-08-01T15:49:15Z</dcterms:created>
  <dcterms:modified xsi:type="dcterms:W3CDTF">2026-08-01T15:49:15Z</dcterms:modified>
</cp:coreProperties>
</file>